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6600"/>
    <a:srgbClr val="FFFFFF"/>
    <a:srgbClr val="FFCC00"/>
    <a:srgbClr val="008D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Tanmay Samak</dc:creator>
  <cp:lastModifiedBy>Tanmay Samak</cp:lastModifiedBy>
  <cp:revision>11</cp:revision>
  <dcterms:created xsi:type="dcterms:W3CDTF">2025-08-03T03:55:20Z</dcterms:created>
  <dcterms:modified xsi:type="dcterms:W3CDTF">2026-09-18T21:18:49Z</dcterms:modified>
</cp:coreProperties>
</file>